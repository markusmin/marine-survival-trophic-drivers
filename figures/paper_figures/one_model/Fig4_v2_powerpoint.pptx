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16256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1"/>
    <p:restoredTop sz="94694"/>
  </p:normalViewPr>
  <p:slideViewPr>
    <p:cSldViewPr snapToGrid="0" snapToObjects="1">
      <p:cViewPr varScale="1">
        <p:scale>
          <a:sx n="68" d="100"/>
          <a:sy n="68" d="100"/>
        </p:scale>
        <p:origin x="185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02A8BD-FA98-A040-91F4-98FCD401BD2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DE47E-4DF5-8749-80D5-1026A398F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12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DDE47E-4DF5-8749-80D5-1026A398FD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98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995312"/>
            <a:ext cx="138176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6403623"/>
            <a:ext cx="121920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3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4" y="3039537"/>
            <a:ext cx="14020800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4" y="8159048"/>
            <a:ext cx="14020800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6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3245556"/>
            <a:ext cx="69088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3245556"/>
            <a:ext cx="69088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63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649114"/>
            <a:ext cx="14020800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9" y="2988734"/>
            <a:ext cx="6877049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9" y="4453467"/>
            <a:ext cx="6877049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1" y="2988734"/>
            <a:ext cx="6910917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4453467"/>
            <a:ext cx="6910917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4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2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8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755425"/>
            <a:ext cx="8229600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41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755425"/>
            <a:ext cx="8229600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8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649111"/>
            <a:ext cx="3505200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1" y="649111"/>
            <a:ext cx="10312400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9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649114"/>
            <a:ext cx="140208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3245556"/>
            <a:ext cx="140208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18FB6-847C-0A47-9290-7407F408E89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11300181"/>
            <a:ext cx="54864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FC69E-39DC-0043-8A9F-97506DE3E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96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5620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1E2BA6-8FCC-DD4A-AB99-829ADCB16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7001"/>
            <a:ext cx="16256000" cy="812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274948-43D4-6E4B-8590-B667CE5B29FE}"/>
              </a:ext>
            </a:extLst>
          </p:cNvPr>
          <p:cNvSpPr txBox="1"/>
          <p:nvPr/>
        </p:nvSpPr>
        <p:spPr>
          <a:xfrm>
            <a:off x="2937934" y="2667001"/>
            <a:ext cx="6180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pitchFamily="2" charset="0"/>
              </a:rPr>
              <a:t>(A)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50CE41-15FD-5C44-AD38-1B8F07DCFE5C}"/>
              </a:ext>
            </a:extLst>
          </p:cNvPr>
          <p:cNvSpPr txBox="1"/>
          <p:nvPr/>
        </p:nvSpPr>
        <p:spPr>
          <a:xfrm>
            <a:off x="9584267" y="7010400"/>
            <a:ext cx="6180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pitchFamily="2" charset="0"/>
              </a:rPr>
              <a:t>(D)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6B8477-3E1D-B04D-A55B-6D3017119C5A}"/>
              </a:ext>
            </a:extLst>
          </p:cNvPr>
          <p:cNvSpPr txBox="1"/>
          <p:nvPr/>
        </p:nvSpPr>
        <p:spPr>
          <a:xfrm>
            <a:off x="2937934" y="7010400"/>
            <a:ext cx="6180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pitchFamily="2" charset="0"/>
              </a:rPr>
              <a:t>(C)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2C5ACC-09A5-C84F-BD35-7EEF947CF567}"/>
              </a:ext>
            </a:extLst>
          </p:cNvPr>
          <p:cNvSpPr txBox="1"/>
          <p:nvPr/>
        </p:nvSpPr>
        <p:spPr>
          <a:xfrm>
            <a:off x="9584267" y="2667001"/>
            <a:ext cx="6180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pitchFamily="2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63136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13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Markus Min</dc:creator>
  <cp:lastModifiedBy>Markus Min</cp:lastModifiedBy>
  <cp:revision>3</cp:revision>
  <dcterms:created xsi:type="dcterms:W3CDTF">2025-11-25T19:35:19Z</dcterms:created>
  <dcterms:modified xsi:type="dcterms:W3CDTF">2026-03-10T17:42:39Z</dcterms:modified>
</cp:coreProperties>
</file>